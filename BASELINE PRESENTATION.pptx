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5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25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6C403-4D6E-7740-90FA-44BC4408ABF8}" type="datetimeFigureOut">
              <a:rPr lang="en-MX" smtClean="0"/>
              <a:t>30/01/26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B855C-BF2B-4E4C-B14C-4CA1B6EADC51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9079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1B855C-BF2B-4E4C-B14C-4CA1B6EADC51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4914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7292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5437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2396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6000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0811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156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8087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2717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955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042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2233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5972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2391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611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67102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27249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816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939A7-927D-4BAF-B338-ED006A30BBED}" type="datetimeFigureOut">
              <a:rPr lang="es-419" smtClean="0"/>
              <a:t>29/1/26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6E1E8-6951-4CA8-A21A-FE209C0FEB13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3344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119CA1D-E3C2-FADB-612E-A6AAD3A0D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122" y="2155059"/>
            <a:ext cx="3241494" cy="440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B649C44-82C3-D97E-AEAC-780A9D313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953" y="864704"/>
            <a:ext cx="9001462" cy="947655"/>
          </a:xfrm>
        </p:spPr>
        <p:txBody>
          <a:bodyPr>
            <a:noAutofit/>
          </a:bodyPr>
          <a:lstStyle/>
          <a:p>
            <a:pPr algn="l"/>
            <a:r>
              <a:rPr lang="es-MX" dirty="0"/>
              <a:t>BASELINE PRESENTATION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A03A3-413F-DBF1-AFB0-56814A0BB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953" y="2786846"/>
            <a:ext cx="5952744" cy="2868519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MX" dirty="0"/>
              <a:t>Presented by:</a:t>
            </a:r>
          </a:p>
          <a:p>
            <a:pPr algn="l">
              <a:lnSpc>
                <a:spcPct val="100000"/>
              </a:lnSpc>
            </a:pPr>
            <a:r>
              <a:rPr lang="es-MX" dirty="0"/>
              <a:t>Ing. Daniel Eduardo Zipa Barrero</a:t>
            </a:r>
          </a:p>
          <a:p>
            <a:pPr algn="l">
              <a:lnSpc>
                <a:spcPct val="100000"/>
              </a:lnSpc>
            </a:pPr>
            <a:endParaRPr lang="es-MX" dirty="0"/>
          </a:p>
          <a:p>
            <a:pPr algn="l">
              <a:lnSpc>
                <a:spcPct val="100000"/>
              </a:lnSpc>
            </a:pPr>
            <a:r>
              <a:rPr lang="es-MX" dirty="0"/>
              <a:t>Class:</a:t>
            </a:r>
          </a:p>
          <a:p>
            <a:pPr algn="l">
              <a:lnSpc>
                <a:spcPct val="100000"/>
              </a:lnSpc>
            </a:pPr>
            <a:r>
              <a:rPr lang="es-419" dirty="0"/>
              <a:t>Software configuration management</a:t>
            </a:r>
          </a:p>
          <a:p>
            <a:pPr algn="l">
              <a:lnSpc>
                <a:spcPct val="100000"/>
              </a:lnSpc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4762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46986-868B-B059-681E-8BB0029E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CONTENT</a:t>
            </a:r>
            <a:endParaRPr lang="es-419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25A520-CE66-6ED3-1C8E-58A52B6E0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4196522"/>
          </a:xfrm>
        </p:spPr>
        <p:txBody>
          <a:bodyPr>
            <a:normAutofit/>
          </a:bodyPr>
          <a:lstStyle/>
          <a:p>
            <a:r>
              <a:rPr lang="es-MX" sz="2800" dirty="0"/>
              <a:t>INTRODUCTION.</a:t>
            </a:r>
          </a:p>
          <a:p>
            <a:r>
              <a:rPr lang="es-419" sz="2800" dirty="0"/>
              <a:t>FUNCTIONAL REQUIREMENTS AND ANALYSIS.</a:t>
            </a:r>
          </a:p>
          <a:p>
            <a:r>
              <a:rPr lang="es-419" sz="2800" dirty="0"/>
              <a:t>NON-FUNCTIONAL REQUIREMENTS AND ANALYSIS.</a:t>
            </a:r>
          </a:p>
          <a:p>
            <a:r>
              <a:rPr lang="es-419" sz="2800" dirty="0"/>
              <a:t>DESIGN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373377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7321D-C1FC-927D-5710-5BCF316A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305"/>
            <a:ext cx="10353761" cy="1326321"/>
          </a:xfrm>
        </p:spPr>
        <p:txBody>
          <a:bodyPr/>
          <a:lstStyle/>
          <a:p>
            <a:r>
              <a:rPr lang="es-MX" dirty="0"/>
              <a:t>INTRODUCTION</a:t>
            </a:r>
            <a:endParaRPr lang="es-419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2412F720-01C9-1C47-F78F-914F667328D1}"/>
              </a:ext>
            </a:extLst>
          </p:cNvPr>
          <p:cNvSpPr txBox="1">
            <a:spLocks/>
          </p:cNvSpPr>
          <p:nvPr/>
        </p:nvSpPr>
        <p:spPr>
          <a:xfrm>
            <a:off x="541020" y="1476437"/>
            <a:ext cx="11093517" cy="1152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Company dedicated to providing interior and exterior house cleaning services.</a:t>
            </a: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9297FF-684F-D893-E840-BAB898D79EAA}"/>
              </a:ext>
            </a:extLst>
          </p:cNvPr>
          <p:cNvSpPr txBox="1"/>
          <p:nvPr/>
        </p:nvSpPr>
        <p:spPr>
          <a:xfrm>
            <a:off x="11683804" y="6295601"/>
            <a:ext cx="51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1</a:t>
            </a:r>
            <a:endParaRPr lang="es-419" sz="2800" dirty="0"/>
          </a:p>
        </p:txBody>
      </p:sp>
      <p:pic>
        <p:nvPicPr>
          <p:cNvPr id="1026" name="Picture 2" descr="No hay ninguna descripción de la foto disponible.">
            <a:extLst>
              <a:ext uri="{FF2B5EF4-FFF2-40B4-BE49-F238E27FC236}">
                <a16:creationId xmlns:a16="http://schemas.microsoft.com/office/drawing/2014/main" id="{8DF053A4-0257-1A9F-4F4E-3C027E6352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6" t="13302" r="23634" b="13787"/>
          <a:stretch>
            <a:fillRect/>
          </a:stretch>
        </p:blipFill>
        <p:spPr bwMode="auto">
          <a:xfrm>
            <a:off x="0" y="5221426"/>
            <a:ext cx="1260282" cy="163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No hay ninguna descripción de la foto disponible.">
            <a:extLst>
              <a:ext uri="{FF2B5EF4-FFF2-40B4-BE49-F238E27FC236}">
                <a16:creationId xmlns:a16="http://schemas.microsoft.com/office/drawing/2014/main" id="{CD3932ED-C8A1-E4CB-D4F8-F61D7CA68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320" y="2207149"/>
            <a:ext cx="3646336" cy="364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No hay ninguna descripción de la foto disponible.">
            <a:extLst>
              <a:ext uri="{FF2B5EF4-FFF2-40B4-BE49-F238E27FC236}">
                <a16:creationId xmlns:a16="http://schemas.microsoft.com/office/drawing/2014/main" id="{A268F7D0-DBE4-21E8-FC23-35C0B314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233" y="2207149"/>
            <a:ext cx="3646336" cy="364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94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547F-6D60-77BE-4173-4E463F462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1164E-5758-ADFC-217D-A8D25D37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600" dirty="0"/>
              <a:t>FUNCTIONAL REQUIREMENTS and analysis</a:t>
            </a:r>
            <a:endParaRPr lang="es-419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79A2237-EDB6-AC11-8256-CB3715FC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4196522"/>
          </a:xfrm>
        </p:spPr>
        <p:txBody>
          <a:bodyPr>
            <a:normAutofit/>
          </a:bodyPr>
          <a:lstStyle/>
          <a:p>
            <a:r>
              <a:rPr lang="es-MX" sz="2800" dirty="0"/>
              <a:t>User Management (1-12).</a:t>
            </a:r>
          </a:p>
          <a:p>
            <a:r>
              <a:rPr lang="es-419" sz="2800" dirty="0"/>
              <a:t>House Management (13-15).</a:t>
            </a:r>
          </a:p>
          <a:p>
            <a:r>
              <a:rPr lang="es-419" sz="2800" dirty="0"/>
              <a:t>Services and Memberships (16-19).</a:t>
            </a:r>
          </a:p>
          <a:p>
            <a:r>
              <a:rPr lang="es-419" sz="2800" dirty="0"/>
              <a:t>Service Request and Management (20-27).</a:t>
            </a:r>
          </a:p>
          <a:p>
            <a:r>
              <a:rPr lang="es-419" sz="2800" dirty="0"/>
              <a:t>Mobile Application Advertising (28).</a:t>
            </a:r>
          </a:p>
          <a:p>
            <a:r>
              <a:rPr lang="es-419" sz="2800" dirty="0"/>
              <a:t>Administrative Management (29-50).</a:t>
            </a: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0B8FEDC5-F5B6-1ADC-6235-6196D3B89F90}"/>
              </a:ext>
            </a:extLst>
          </p:cNvPr>
          <p:cNvSpPr txBox="1"/>
          <p:nvPr/>
        </p:nvSpPr>
        <p:spPr>
          <a:xfrm>
            <a:off x="11683804" y="6295601"/>
            <a:ext cx="51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2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383043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D55B-6822-BFB6-D8D2-7146A911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26F1-28E0-8608-C7E5-3F167067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Non-Functional Requirements</a:t>
            </a:r>
            <a:endParaRPr lang="es-MX" dirty="0">
              <a:effectLst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A8528DA-ED7E-4CCC-D84B-94C62AD8C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4196522"/>
          </a:xfrm>
        </p:spPr>
        <p:txBody>
          <a:bodyPr>
            <a:normAutofit lnSpcReduction="10000"/>
          </a:bodyPr>
          <a:lstStyle/>
          <a:p>
            <a:r>
              <a:rPr lang="es-MX" sz="2800" dirty="0"/>
              <a:t>Performance.</a:t>
            </a:r>
          </a:p>
          <a:p>
            <a:r>
              <a:rPr lang="es-419" sz="2800" dirty="0"/>
              <a:t>Security.</a:t>
            </a:r>
          </a:p>
          <a:p>
            <a:r>
              <a:rPr lang="es-419" sz="2800" dirty="0"/>
              <a:t>Usability.</a:t>
            </a:r>
          </a:p>
          <a:p>
            <a:r>
              <a:rPr lang="es-419" sz="2800" dirty="0"/>
              <a:t>Availability.</a:t>
            </a:r>
          </a:p>
          <a:p>
            <a:r>
              <a:rPr lang="es-419" sz="2800" dirty="0"/>
              <a:t>Scalability.</a:t>
            </a:r>
          </a:p>
          <a:p>
            <a:r>
              <a:rPr lang="en-US" sz="2800" dirty="0">
                <a:effectLst/>
              </a:rPr>
              <a:t>Integration.</a:t>
            </a:r>
          </a:p>
          <a:p>
            <a:r>
              <a:rPr lang="es-MX" sz="2800" dirty="0">
                <a:effectLst/>
              </a:rPr>
              <a:t>Maintainability. </a:t>
            </a:r>
            <a:endParaRPr lang="es-419" sz="2800" dirty="0"/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47A3C788-FD57-F39E-AA49-4048373913F8}"/>
              </a:ext>
            </a:extLst>
          </p:cNvPr>
          <p:cNvSpPr txBox="1"/>
          <p:nvPr/>
        </p:nvSpPr>
        <p:spPr>
          <a:xfrm>
            <a:off x="11683804" y="6295601"/>
            <a:ext cx="51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3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64579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7F1D-0F7E-EFFC-F1E0-4EB85A99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78CF6-2AF4-F10E-DCDA-7AC34753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22571"/>
            <a:ext cx="10353761" cy="1326321"/>
          </a:xfrm>
        </p:spPr>
        <p:txBody>
          <a:bodyPr/>
          <a:lstStyle/>
          <a:p>
            <a:r>
              <a:rPr lang="es-419" sz="3600" dirty="0"/>
              <a:t>DESIGN OF THE SYSTEM.</a:t>
            </a:r>
          </a:p>
        </p:txBody>
      </p:sp>
      <p:pic>
        <p:nvPicPr>
          <p:cNvPr id="6" name="Imagen 2">
            <a:extLst>
              <a:ext uri="{FF2B5EF4-FFF2-40B4-BE49-F238E27FC236}">
                <a16:creationId xmlns:a16="http://schemas.microsoft.com/office/drawing/2014/main" id="{97FB3930-CC1E-7BFE-72D6-C6044F78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0" y="1786075"/>
            <a:ext cx="10706724" cy="4086193"/>
          </a:xfrm>
          <a:prstGeom prst="rect">
            <a:avLst/>
          </a:prstGeom>
        </p:spPr>
      </p:pic>
      <p:sp>
        <p:nvSpPr>
          <p:cNvPr id="8" name="CuadroTexto 10">
            <a:extLst>
              <a:ext uri="{FF2B5EF4-FFF2-40B4-BE49-F238E27FC236}">
                <a16:creationId xmlns:a16="http://schemas.microsoft.com/office/drawing/2014/main" id="{76987E22-BE58-1B95-4DC7-60417A825753}"/>
              </a:ext>
            </a:extLst>
          </p:cNvPr>
          <p:cNvSpPr txBox="1"/>
          <p:nvPr/>
        </p:nvSpPr>
        <p:spPr>
          <a:xfrm>
            <a:off x="11683804" y="6295601"/>
            <a:ext cx="51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4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374087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F0F9-7A8B-0BCC-2CAD-E28BE906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BBCC9-9805-1121-D213-8C520F49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ACTORS</a:t>
            </a:r>
            <a:endParaRPr lang="es-MX" dirty="0">
              <a:effectLst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C24647-1933-FFC7-050C-7261B1E9F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4196522"/>
          </a:xfrm>
        </p:spPr>
        <p:txBody>
          <a:bodyPr>
            <a:normAutofit/>
          </a:bodyPr>
          <a:lstStyle/>
          <a:p>
            <a:r>
              <a:rPr lang="es-MX" sz="2800" dirty="0"/>
              <a:t>User (client).</a:t>
            </a:r>
          </a:p>
          <a:p>
            <a:r>
              <a:rPr lang="es-419" sz="2800" dirty="0"/>
              <a:t>Administrator.</a:t>
            </a:r>
          </a:p>
          <a:p>
            <a:r>
              <a:rPr lang="es-419" sz="2800" dirty="0"/>
              <a:t>External Payment System.</a:t>
            </a:r>
          </a:p>
          <a:p>
            <a:r>
              <a:rPr lang="es-419" sz="2800" dirty="0"/>
              <a:t>Messaging Services.</a:t>
            </a: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E96CF834-A59C-4614-2D33-D51EE9AE795F}"/>
              </a:ext>
            </a:extLst>
          </p:cNvPr>
          <p:cNvSpPr txBox="1"/>
          <p:nvPr/>
        </p:nvSpPr>
        <p:spPr>
          <a:xfrm>
            <a:off x="11683804" y="6295601"/>
            <a:ext cx="51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5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77362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9BAE-3BF4-F540-D4CB-ACC7899C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56A78-5A80-9DEC-9360-0364B334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601" y="2765839"/>
            <a:ext cx="4206798" cy="1326321"/>
          </a:xfrm>
        </p:spPr>
        <p:txBody>
          <a:bodyPr>
            <a:normAutofit/>
          </a:bodyPr>
          <a:lstStyle/>
          <a:p>
            <a:r>
              <a:rPr lang="en-US" sz="6000" dirty="0">
                <a:effectLst/>
              </a:rPr>
              <a:t>THANKS!</a:t>
            </a:r>
            <a:endParaRPr lang="es-MX" sz="6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3911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11346</TotalTime>
  <Words>127</Words>
  <Application>Microsoft Macintosh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Bookman Old Style</vt:lpstr>
      <vt:lpstr>Rockwell</vt:lpstr>
      <vt:lpstr>Damask</vt:lpstr>
      <vt:lpstr>BASELINE PRESENTATION</vt:lpstr>
      <vt:lpstr>CONTENT</vt:lpstr>
      <vt:lpstr>INTRODUCTION</vt:lpstr>
      <vt:lpstr>FUNCTIONAL REQUIREMENTS and analysis</vt:lpstr>
      <vt:lpstr>Non-Functional Requirements</vt:lpstr>
      <vt:lpstr>DESIGN OF THE SYSTEM.</vt:lpstr>
      <vt:lpstr>ACTORS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Zipa</dc:creator>
  <cp:lastModifiedBy>Daniel Zipa</cp:lastModifiedBy>
  <cp:revision>22</cp:revision>
  <dcterms:created xsi:type="dcterms:W3CDTF">2025-08-21T02:29:21Z</dcterms:created>
  <dcterms:modified xsi:type="dcterms:W3CDTF">2026-02-03T15:36:11Z</dcterms:modified>
</cp:coreProperties>
</file>